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26001b8627400b" /><Relationship Type="http://schemas.openxmlformats.org/officeDocument/2006/relationships/extended-properties" Target="/docProps/app.xml" Id="Rd0d4aa1c474346a1" /><Relationship Type="http://schemas.openxmlformats.org/officeDocument/2006/relationships/officeDocument" Target="/ppt/presentation.xml" Id="Re2da5a281c65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b46c502530418e"/>
  </p:sldMasterIdLst>
  <p:notesMasterIdLst>
    <p:notesMasterId xmlns:r="http://schemas.openxmlformats.org/officeDocument/2006/relationships" r:id="Re38d81a4300e4d21"/>
  </p:notesMasterIdLst>
  <p:sldIdLst>
    <p:sldId xmlns:r="http://schemas.openxmlformats.org/officeDocument/2006/relationships" id="256" r:id="Rcf550c54bae44d94"/>
    <p:sldId xmlns:r="http://schemas.openxmlformats.org/officeDocument/2006/relationships" id="257" r:id="Ra30e55c77c1a428e"/>
    <p:sldId xmlns:r="http://schemas.openxmlformats.org/officeDocument/2006/relationships" id="258" r:id="R70bdc8ffab994a76"/>
    <p:sldId xmlns:r="http://schemas.openxmlformats.org/officeDocument/2006/relationships" id="259" r:id="Re8042040be554590"/>
    <p:sldId xmlns:r="http://schemas.openxmlformats.org/officeDocument/2006/relationships" id="260" r:id="R14f8156b596d4211"/>
    <p:sldId xmlns:r="http://schemas.openxmlformats.org/officeDocument/2006/relationships" id="261" r:id="Re1338645f80240ef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46c502530418e" /><Relationship Type="http://schemas.openxmlformats.org/officeDocument/2006/relationships/theme" Target="/ppt/theme/theme1.xml" Id="R58d2165e67004990" /><Relationship Type="http://schemas.openxmlformats.org/officeDocument/2006/relationships/notesMaster" Target="/ppt/notesMasters/notesMaster1.xml" Id="Re38d81a4300e4d21" /><Relationship Type="http://schemas.openxmlformats.org/officeDocument/2006/relationships/presProps" Target="/ppt/presProps.xml" Id="R3d088ef3cba8417c" /><Relationship Type="http://schemas.openxmlformats.org/officeDocument/2006/relationships/viewProps" Target="/ppt/viewProps.xml" Id="R2728f74726554b18" /><Relationship Type="http://schemas.openxmlformats.org/officeDocument/2006/relationships/tableStyles" Target="/ppt/tableStyles.xml" Id="R367f0658aeec4e7a" /><Relationship Type="http://schemas.openxmlformats.org/officeDocument/2006/relationships/slide" Target="/ppt/slides/slide1.xml" Id="Rcf550c54bae44d94" /><Relationship Type="http://schemas.openxmlformats.org/officeDocument/2006/relationships/slide" Target="/ppt/slides/slide2.xml" Id="Ra30e55c77c1a428e" /><Relationship Type="http://schemas.openxmlformats.org/officeDocument/2006/relationships/slide" Target="/ppt/slides/slide3.xml" Id="R70bdc8ffab994a76" /><Relationship Type="http://schemas.openxmlformats.org/officeDocument/2006/relationships/slide" Target="/ppt/slides/slide4.xml" Id="Re8042040be554590" /><Relationship Type="http://schemas.openxmlformats.org/officeDocument/2006/relationships/slide" Target="/ppt/slides/slide5.xml" Id="R14f8156b596d4211" /><Relationship Type="http://schemas.openxmlformats.org/officeDocument/2006/relationships/slide" Target="/ppt/slides/slide6.xml" Id="Re1338645f802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c368ae8beff43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d0fffcac2342ab" /><Relationship Type="http://schemas.openxmlformats.org/officeDocument/2006/relationships/notesMaster" Target="/ppt/notesMasters/notesMaster1.xml" Id="Rc94229e3d3ae43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0b2f7c2477483b" /><Relationship Type="http://schemas.openxmlformats.org/officeDocument/2006/relationships/notesMaster" Target="/ppt/notesMasters/notesMaster1.xml" Id="R98cbea47c1a945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c62b32979a40b4" /><Relationship Type="http://schemas.openxmlformats.org/officeDocument/2006/relationships/notesMaster" Target="/ppt/notesMasters/notesMaster1.xml" Id="R5912d969a054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2a8d7e8cae44aa" /><Relationship Type="http://schemas.openxmlformats.org/officeDocument/2006/relationships/notesMaster" Target="/ppt/notesMasters/notesMaster1.xml" Id="Rcd68b14332964e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61cc5360ca43ed" /><Relationship Type="http://schemas.openxmlformats.org/officeDocument/2006/relationships/notesMaster" Target="/ppt/notesMasters/notesMaster1.xml" Id="Rd62dd44589604b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736c351b964499" /><Relationship Type="http://schemas.openxmlformats.org/officeDocument/2006/relationships/notesMaster" Target="/ppt/notesMasters/notesMaster1.xml" Id="R2ecf2ca3669e46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d02cc9cee433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6832F6E-FE02-4065-A18E-54E2E41E550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5BDFD4AE-443C-4F68-A529-6AC2C81A48B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4B26667-762E-4A8E-88DE-F73B1B58E28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6FC2E0-4EDC-43CC-84D9-430A468FEE6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2CF2CC-47BD-41C3-9395-637DA59BBDD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23dd9a8ab9446a8" /><Relationship Type="http://schemas.openxmlformats.org/officeDocument/2006/relationships/slideLayout" Target="/ppt/slideLayouts/slideLayout2.xml" Id="Ra7c3f285f32141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FB67AF-DC10-427F-9B20-E804919726F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c3f285f32141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525e49e82b42e0" /><Relationship Type="http://schemas.openxmlformats.org/officeDocument/2006/relationships/image" Target="/ppt/media/image.jpeg" Id="R6c767972d8fe4e0a" /><Relationship Type="http://schemas.openxmlformats.org/officeDocument/2006/relationships/notesSlide" Target="/ppt/notesSlides/notesSlide1.xml" Id="R37ae8a45c69744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14a4d4bd924014" /><Relationship Type="http://schemas.openxmlformats.org/officeDocument/2006/relationships/notesSlide" Target="/ppt/notesSlides/notesSlide2.xml" Id="R3c3d0971351945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1e7c0001804154" /><Relationship Type="http://schemas.openxmlformats.org/officeDocument/2006/relationships/image" Target="/ppt/media/image.png" Id="R8dcc70e2d2894cc1" /><Relationship Type="http://schemas.openxmlformats.org/officeDocument/2006/relationships/notesSlide" Target="/ppt/notesSlides/notesSlide3.xml" Id="Rf04b84f8b8c14e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7574e1e34942c6" /><Relationship Type="http://schemas.openxmlformats.org/officeDocument/2006/relationships/notesSlide" Target="/ppt/notesSlides/notesSlide4.xml" Id="Rbf9aea674287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3548de6d164843" /><Relationship Type="http://schemas.openxmlformats.org/officeDocument/2006/relationships/notesSlide" Target="/ppt/notesSlides/notesSlide5.xml" Id="Rb8fd35a6290848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730bc2a78e41ed" /><Relationship Type="http://schemas.openxmlformats.org/officeDocument/2006/relationships/notesSlide" Target="/ppt/notesSlides/notesSlide6.xml" Id="R3e840c11036f4a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2CF2CC-47BD-41C3-9395-637DA59BBD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DE235-EBB7-4674-98D4-5C86909E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ÓPTICA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73DCD-5CD0-42D1-A4CE-F0D31ABD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"/>
            <a:ext cx="1047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10BB2-463F-419A-8BEB-A949644F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3817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ZEISS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A08CD-0E55-4F3F-A6B0-AB1C9CFE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ZVC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BBC66-CC3A-459F-A4E0-8A1F8783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048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by Óptica Referência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EBFF0-AED4-47B1-ACFC-6D7B5EEB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8110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5D6268"/>
                </a:solidFill>
              </a:defRPr>
            </a:pPr>
            <a:r>
              <a:rPr sz="2100" b="0">
                <a:solidFill>
                  <a:srgbClr val="5D6268"/>
                </a:solidFill>
              </a:rPr>
              <a:t>1/6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DCA4E-2F71-4EDC-B751-5D8595CC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5545"/>
                </a:solidFill>
              </a:defRPr>
            </a:pPr>
            <a:r>
              <a:rPr sz="1950" b="1">
                <a:solidFill>
                  <a:srgbClr val="6F5545"/>
                </a:solidFill>
              </a:rPr>
              <a:t>SAÚDE + TECNOLOGIA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B1FAE-E085-4CC3-A165-0E2900DB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57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Novas lentes ZEISS chegam ao Brasil para aliviar a rotina entre telas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5F017-D580-458D-BD47-95599EBF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7D9"/>
          </a:solidFill>
          <a:ln xmlns:a="http://schemas.openxmlformats.org/drawingml/2006/main" w="0">
            <a:solidFill>
              <a:srgbClr val="D6D7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79C5E-62A0-43B3-A008-51E1D71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838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11111"/>
                </a:solidFill>
              </a:defRPr>
            </a:pPr>
            <a:r>
              <a:rPr sz="3075" b="0">
                <a:solidFill>
                  <a:srgbClr val="111111"/>
                </a:solidFill>
              </a:rPr>
              <a:t>A tecnologia ClearMind virou notícia na Veja e agora reforça uma exclusividade da Óptica Referência.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6F46-0E10-45F5-A38D-053112E8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39125"/>
            <a:ext cx="8915400" cy="3143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7D9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67972d8fe4e0a"/>
          <a:srcRect xmlns:a="http://schemas.openxmlformats.org/drawingml/2006/main" l="0" t="40121" r="0" b="40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" y="8248650"/>
            <a:ext cx="8896350" cy="3124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43191-AAEE-4A40-8F3A-09B1470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633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Arraste para entender o que muda na sua visão.</a:t>
            </a:r>
          </a:p>
        </p:txBody>
      </p:sp>
    </p:spTree>
    <p:extLst>
      <p:ext uri="{BB962C8B-B14F-4D97-AF65-F5344CB8AC3E}">
        <p14:creationId xmlns:p14="http://schemas.microsoft.com/office/powerpoint/2010/main" val="2144232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2CF2CC-47BD-41C3-9395-637DA59BBD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2FA88-DE45-4CFC-8AD7-1289E261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ÓPTICA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B8068-EC3F-413F-97FE-F53282FA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"/>
            <a:ext cx="1047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0F883-45BA-47DF-9E45-A89EE04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3817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ZEISS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36886-97FE-4213-A88E-44278455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ZVC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44E72-3207-4C50-A1CF-CF14BD52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048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by Óptica Referência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E5933-61C6-484C-BA67-69D9E387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8110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5D6268"/>
                </a:solidFill>
              </a:defRPr>
            </a:pPr>
            <a:r>
              <a:rPr sz="2100" b="0">
                <a:solidFill>
                  <a:srgbClr val="5D6268"/>
                </a:solidFill>
              </a:rPr>
              <a:t>2/6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DD46F-B81E-4A5A-B88F-88C01EEA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5545"/>
                </a:solidFill>
              </a:defRPr>
            </a:pPr>
            <a:r>
              <a:rPr sz="1950" b="1">
                <a:solidFill>
                  <a:srgbClr val="6F5545"/>
                </a:solidFill>
              </a:rPr>
              <a:t>O PROBLEMA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0E746-F624-4AF7-A36A-34B7EC12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57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Sua mente também cansa quando seus olhos trabalham demais.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F5BD8-6F9F-4972-86C3-D53F7FA7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67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921E0-9FA2-4A3F-8C6C-C65C4C3D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580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54771-7D4D-4D76-92E9-3B5353DA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532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8518"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11111"/>
                </a:solidFill>
              </a:defRPr>
            </a:pPr>
            <a:r>
              <a:rPr sz="3075" b="0">
                <a:solidFill>
                  <a:srgbClr val="111111"/>
                </a:solidFill>
              </a:rPr>
              <a:t>Horas alternando celular, computador e ambientes diferentes.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0FDA3-4838-4914-A6DF-861BEBC0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58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AA1F8-A0F9-4E37-8111-144B112C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486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2BA09-DC93-4A4C-B649-4B77772B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4390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11111"/>
                </a:solidFill>
              </a:defRPr>
            </a:pPr>
            <a:r>
              <a:rPr sz="3075" b="0">
                <a:solidFill>
                  <a:srgbClr val="111111"/>
                </a:solidFill>
              </a:rPr>
              <a:t>Foco constante em múltiplos estímulos digitais.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5ADCF-3BB1-4F6E-828D-0477D9A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48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F6FA3-7BC5-42BA-B98F-E77E37DA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93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B236F-206F-4A80-93A5-17C55509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73455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1074"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11111"/>
                </a:solidFill>
              </a:defRPr>
            </a:pPr>
            <a:r>
              <a:rPr sz="3075" b="0">
                <a:solidFill>
                  <a:srgbClr val="111111"/>
                </a:solidFill>
              </a:rPr>
              <a:t>Mais esforço para manter conforto, atenção e nitidez.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8B85C-4BF5-40CA-8CAD-5BC73DC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72875"/>
            <a:ext cx="8191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Não é só sobre enxergar. É sobre render melhor no dia a dia.</a:t>
            </a:r>
          </a:p>
        </p:txBody>
      </p:sp>
    </p:spTree>
    <p:extLst>
      <p:ext uri="{BB962C8B-B14F-4D97-AF65-F5344CB8AC3E}">
        <p14:creationId xmlns:p14="http://schemas.microsoft.com/office/powerpoint/2010/main" val="1208900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2CF2CC-47BD-41C3-9395-637DA59BBD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63104-3842-4D41-AF65-8B40956B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ÓPTICA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9700E-8629-43A4-A55F-65B4F7BB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"/>
            <a:ext cx="1047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68335-D209-495D-B85A-C86486E1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3817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ZEISS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BD12F-11EB-4A3B-964B-F4E131E4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ZVC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12860-1A47-45CD-8F91-312517A7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048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by Óptica Referência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E0C23-FF51-4909-992C-E338307B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8110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5D6268"/>
                </a:solidFill>
              </a:defRPr>
            </a:pPr>
            <a:r>
              <a:rPr sz="2100" b="0">
                <a:solidFill>
                  <a:srgbClr val="5D6268"/>
                </a:solidFill>
              </a:rPr>
              <a:t>3/6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BD7BC-56C8-43FA-BD02-0AD1AAA9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5545"/>
                </a:solidFill>
              </a:defRPr>
            </a:pPr>
            <a:r>
              <a:rPr sz="1950" b="1">
                <a:solidFill>
                  <a:srgbClr val="6F5545"/>
                </a:solidFill>
              </a:rPr>
              <a:t>A TECNOLOGIA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FF9F4-786C-49AF-9B79-71A6982F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8572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ClearMind: lentes criadas para uma vida cada vez mais digital.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ACC91-3E1D-45EC-9099-2C62B285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915400" cy="400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7D9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c70e2d2894cc1"/>
          <a:srcRect xmlns:a="http://schemas.openxmlformats.org/drawingml/2006/main" l="0" t="32099" r="0" b="32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" y="5819775"/>
            <a:ext cx="8896350" cy="39814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7F891-9AF7-4183-B262-1B8CD503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600950"/>
            <a:ext cx="43434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EFA24-92F3-4C92-AEB9-B3A5C408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7781925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ENTRA VÍDEO DAS LENTES AQUI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1464D-69BD-4B98-A3A7-CEA7211B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0"/>
            <a:ext cx="8477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11111"/>
                </a:solidFill>
              </a:defRPr>
            </a:pPr>
            <a:r>
              <a:rPr sz="3075" b="0">
                <a:solidFill>
                  <a:srgbClr val="111111"/>
                </a:solidFill>
              </a:rPr>
              <a:t>No Canva, substitua esta imagem pelo vídeo vertical ZEISS ClearMind.</a:t>
            </a:r>
          </a:p>
        </p:txBody>
      </p:sp>
    </p:spTree>
    <p:extLst>
      <p:ext uri="{BB962C8B-B14F-4D97-AF65-F5344CB8AC3E}">
        <p14:creationId xmlns:p14="http://schemas.microsoft.com/office/powerpoint/2010/main" val="820203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2CF2CC-47BD-41C3-9395-637DA59BBD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74329-CF9A-4C1C-A0D2-756F7BAB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ÓPTICA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33D0E-A744-4470-994F-E3688979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"/>
            <a:ext cx="1047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D3E58-4AC3-4C2B-B757-8C335726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3817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ZEISS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BAFEA-98EA-43DD-84CD-F5471AD0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ZVC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EA6E1-2C14-4005-A595-839C3167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048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by Óptica Referência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A57FB-5946-4421-AFB0-4C486ECB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8110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5D6268"/>
                </a:solidFill>
              </a:defRPr>
            </a:pPr>
            <a:r>
              <a:rPr sz="2100" b="0">
                <a:solidFill>
                  <a:srgbClr val="5D6268"/>
                </a:solidFill>
              </a:rPr>
              <a:t>4/6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609BE-AB1D-401C-8DBC-BAFCF90E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F5545"/>
                </a:solidFill>
              </a:defRPr>
            </a:pPr>
            <a:r>
              <a:rPr sz="1950" b="1">
                <a:solidFill>
                  <a:srgbClr val="6F5545"/>
                </a:solidFill>
              </a:rPr>
              <a:t>NA PRÁTICA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8220F-F11C-4EBA-8C91-15B22518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5725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O benefício aparece na rotina, não só na armação.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353D7-732B-4269-B861-6A2FB1A6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0"/>
            <a:ext cx="891540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5A0E4-D2A8-4349-864E-21A47E87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0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0A4"/>
                </a:solidFill>
              </a:defRPr>
            </a:pPr>
            <a:r>
              <a:rPr sz="3150" b="1">
                <a:solidFill>
                  <a:srgbClr val="0050A4"/>
                </a:solidFill>
              </a:rPr>
              <a:t>Conforto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BE710-DE81-4209-845D-BEC397A1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9342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1910"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11111"/>
                </a:solidFill>
              </a:defRPr>
            </a:pPr>
            <a:r>
              <a:rPr sz="3075" b="0">
                <a:solidFill>
                  <a:srgbClr val="111111"/>
                </a:solidFill>
              </a:rPr>
              <a:t>menos sensação de sobrecarga em dias intensos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2723B-FA2A-4CF4-92AD-9AB1BE1F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29625"/>
            <a:ext cx="891540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FE74B-D233-4A32-9B0B-0A39EB3A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153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0A4"/>
                </a:solidFill>
              </a:defRPr>
            </a:pPr>
            <a:r>
              <a:rPr sz="3150" b="1">
                <a:solidFill>
                  <a:srgbClr val="0050A4"/>
                </a:solidFill>
              </a:rPr>
              <a:t>Foco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1849B-1DD8-4052-BAC9-5C3BC1CF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696325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1910"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11111"/>
                </a:solidFill>
              </a:defRPr>
            </a:pPr>
            <a:r>
              <a:rPr sz="3075" b="0">
                <a:solidFill>
                  <a:srgbClr val="111111"/>
                </a:solidFill>
              </a:rPr>
              <a:t>mais facilidade para alternar entre telas e ambientes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BBE61-3BBB-44F1-8911-EF18B130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0"/>
            <a:ext cx="891540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5C8FB-0517-4FDA-9A1B-A2F98B24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477500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50A4"/>
                </a:solidFill>
              </a:defRPr>
            </a:pPr>
            <a:r>
              <a:rPr sz="3150" b="1">
                <a:solidFill>
                  <a:srgbClr val="0050A4"/>
                </a:solidFill>
              </a:rPr>
              <a:t>Qualidade de vida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01148-9AB7-452B-8836-CEDE966E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45845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1910"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11111"/>
                </a:solidFill>
              </a:defRPr>
            </a:pPr>
            <a:r>
              <a:rPr sz="3075" b="0">
                <a:solidFill>
                  <a:srgbClr val="111111"/>
                </a:solidFill>
              </a:rPr>
              <a:t>uma escolha visual pensada para o seu ritmo</a:t>
            </a:r>
          </a:p>
        </p:txBody>
      </p:sp>
    </p:spTree>
    <p:extLst>
      <p:ext uri="{BB962C8B-B14F-4D97-AF65-F5344CB8AC3E}">
        <p14:creationId xmlns:p14="http://schemas.microsoft.com/office/powerpoint/2010/main" val="1223004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2CF2CC-47BD-41C3-9395-637DA59BBD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64DCB-3A62-4C15-8735-762EEFA0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ÓPTICA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45AD0-89EA-47B1-96DC-88E51F6F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"/>
            <a:ext cx="1047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381D4-BFE3-40DF-BFA5-ED2C8BAE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3817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ZEISS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7B5A2-517E-438A-A8E3-FE87B539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ZVC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CA220-1510-4331-B25B-AE5781FC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048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by Óptica Referência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D5510-FD15-47D5-B77B-2BB56FEA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8110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5/6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0233F-4FBC-43A0-B093-54A60DEC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DBAAE"/>
                </a:solidFill>
              </a:defRPr>
            </a:pPr>
            <a:r>
              <a:rPr sz="1950" b="1">
                <a:solidFill>
                  <a:srgbClr val="CDBAAE"/>
                </a:solidFill>
              </a:rPr>
              <a:t>EXCLUSIVIDADE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65824-4751-493B-9502-C0D9067A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572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Tecnologia alemã ZEISS com atendimento próximo da Referência.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85ABA-2B80-4C91-8B78-FFFC4A18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6755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solidFill>
              <a:srgbClr val="40404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7ACDC-DAEF-4BDE-97AD-B8EA5531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838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Aqui, você entende a lente certa para sua rotina antes de decidir.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FF79A-6913-437F-A49C-ED467185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20375"/>
            <a:ext cx="561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F7965-813D-45E4-B5C6-C0CD7A9A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829925"/>
            <a:ext cx="476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Agende sua avaliação</a:t>
            </a:r>
          </a:p>
        </p:txBody>
      </p:sp>
    </p:spTree>
    <p:extLst>
      <p:ext uri="{BB962C8B-B14F-4D97-AF65-F5344CB8AC3E}">
        <p14:creationId xmlns:p14="http://schemas.microsoft.com/office/powerpoint/2010/main" val="2099315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2CF2CC-47BD-41C3-9395-637DA59BBD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C2654-CF85-48D9-8ACB-554F9035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ÓPTICA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3503D-5CC8-4117-B682-F72795D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"/>
            <a:ext cx="1047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6016B-B8B6-4CAE-9FE2-A551D947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3817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ZEISS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9C01F-7936-4F96-89C1-08BC5846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ZVC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3CD02-04F2-4D6F-8958-64841AFA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048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by Óptica Referência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48343-5A17-4B6B-80EB-A5BAEC50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811000"/>
            <a:ext cx="619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5D6268"/>
                </a:solidFill>
              </a:defRPr>
            </a:pPr>
            <a:r>
              <a:rPr sz="2100" b="0">
                <a:solidFill>
                  <a:srgbClr val="5D6268"/>
                </a:solidFill>
              </a:rPr>
              <a:t>6/6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EB6AD-B770-4125-B154-B6C44C14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3620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A4"/>
          </a:solidFill>
          <a:ln xmlns:a="http://schemas.openxmlformats.org/drawingml/2006/main" w="0">
            <a:solidFill>
              <a:srgbClr val="0050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0E2DA-A1E4-4B85-AD91-275CDAF3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ZEISS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1B6C9-EFC5-4214-93A6-5107CEF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66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111111"/>
                </a:solidFill>
              </a:defRPr>
            </a:pPr>
            <a:r>
              <a:rPr sz="7200" b="1">
                <a:solidFill>
                  <a:srgbClr val="111111"/>
                </a:solidFill>
              </a:rPr>
              <a:t>ClearMind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74E4C-EC98-4076-A23B-1504BDBB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191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Para quem vive entre telas, decisões e muitos estímulos.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7F714-8B58-4C50-8639-3A5D8886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7D9"/>
          </a:solidFill>
          <a:ln xmlns:a="http://schemas.openxmlformats.org/drawingml/2006/main" w="0">
            <a:solidFill>
              <a:srgbClr val="D6D7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FF25E-C6C3-4E4F-BA95-040039D5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0"/>
            <a:ext cx="8096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Conheça na Óptica Referência.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07AF1-69DA-450E-A97E-0616B456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6268"/>
                </a:solidFill>
              </a:defRPr>
            </a:pPr>
            <a:r>
              <a:rPr sz="2100" b="0">
                <a:solidFill>
                  <a:srgbClr val="5D6268"/>
                </a:solidFill>
              </a:rPr>
              <a:t>Post collab: ZEISS Vision Center by Óptica Referência + Óptica Referência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89088-9093-4FD1-84A9-574248DA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728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CTA: chame no direct ou visite a loja.</a:t>
            </a:r>
          </a:p>
        </p:txBody>
      </p:sp>
    </p:spTree>
    <p:extLst>
      <p:ext uri="{BB962C8B-B14F-4D97-AF65-F5344CB8AC3E}">
        <p14:creationId xmlns:p14="http://schemas.microsoft.com/office/powerpoint/2010/main" val="645592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2026-04-22T15:03:22.0130000Z</dcterms:created>
  <dcterms:modified xsi:type="dcterms:W3CDTF">2026-04-22T15:03:22.0130000Z</dcterms:modified>
</coreProperties>
</file>